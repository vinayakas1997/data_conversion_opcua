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46D9B-E7E9-4BC1-80F4-381ED125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B3A4F1-C7EF-4FFE-A005-5C01E6FFB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8CE4C8-F39B-4231-A0B8-02C969DC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98E353-ADAC-4BFB-A0CB-74A6C000A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D88E1-8D76-43F5-8419-443979EA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47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AB7011-D127-48A0-8C4F-4724724B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E85CEA-B53D-4A03-B4F7-30646651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96271-ED3E-48BB-AF9B-BD58375E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55DF0A-EBFD-49D7-BA9B-C942862C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DD1FBB-3459-4465-B24A-AB4251F9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3FBBB-EDB5-4728-9C2F-A2CE7C340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D05FE2-CE83-427B-B414-D6A44EC5D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248F9F-7BF4-424A-8A14-F1526B8B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7A4F4C-27DD-4BAE-8B9F-97CC81B2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08BA89-264B-4A8C-81A7-95C0EB27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144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DD703-042A-4C76-9E48-1A5B1AFE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F1F47E-3E29-4774-A15B-F4D174BBC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F5D5E7-A25C-456D-83EB-6E6CB70D5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EB60BB-2AFD-4F93-9CC0-58D36CB0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FA8147-1923-44A2-B88B-D75A0B68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CC7F92-A3A5-499B-ABC0-D949D611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45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704F7-9083-4F8E-BC66-433732A6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978C4-11B3-43E6-B441-90265EAC4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CADD03-2169-4B3D-8D2E-FC0FA0480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D624B8-54A7-4CAF-B5F9-C49043ECD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D7405C-0087-43D9-9C9B-476255958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14C50B-787C-4EFE-901D-7EDDDDC8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947613A-9E1F-4022-853E-342CDEB5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128726-81F4-4C4D-9BCD-3B6DE39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691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43C3A-B59F-41AA-A716-9238F79F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C2AA7DB-C76E-401D-A8E5-13C47B94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FCA5AF-7387-47E8-AA04-9D6CDF9A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632A60-D144-4C6A-B7FE-3C0B1747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86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EDF1A1-4E89-4744-ABAB-C6F8A745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3A53C81-0BC0-4768-855E-522CE9A0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D25717-8929-4010-BC81-2731B986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26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E721F-04C8-4576-8DE5-0FAA3252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78C91D-FD24-4981-8E81-B2DE1A31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04DCB4-AF8C-4BAE-9870-5BD025D0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67C99D-D593-4895-8BAE-5B7B0182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BCD9E2-1281-4001-884B-88AECDC6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191FF5-80BB-4304-B5EF-26E6B884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24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931EE-5830-48B5-A026-79E51A57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0B5B28-5FB4-427D-9FAD-F2ADDCFB5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C05C44-F369-43AC-892E-9EFEB8ECD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9FB8A6-7F46-4B8E-B95C-505B63AB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8EC611-D47F-4606-BB7B-B2595719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C03D8C-B30E-47A8-BC71-4DA2955C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49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2FA050-9BAF-4509-82F4-0866768B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ECC8C5-3799-4682-A827-425EC2E45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CCF54E-78F7-4DDD-B152-13A92932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A70B74-4D33-4ADA-9120-8F816278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22399D-DA21-44DA-91C9-111F43C8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44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FD1FBB-7852-4FA7-8A7A-B520E6BBE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C77CE9-0C20-46B9-8FE7-AE1BF615D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57E1A0-CB27-4822-AB0F-62B394CE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1E0BA9-EDA8-4B74-B56E-F54F0725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4991F-5DB6-420C-B4EC-F35B372B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23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56F7F2-1CF1-42DA-9CA1-65A609EA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D6E999-D650-4141-9536-9503A3BD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A2A102-97A7-45A6-AD43-BAEF0CA78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2631D-C4CD-4D7B-A139-81ABC0D25CC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CCC962-6780-45AC-A785-ABE0CEB7C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E66F62-9BB1-44B1-8D83-C878395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087C1-6149-4481-AE0B-2ADF92A6E4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43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FFFF8A-711F-46C2-8CCD-4269B100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208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理解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663A11-2BD4-4DDC-9766-C789DC9B643F}"/>
              </a:ext>
            </a:extLst>
          </p:cNvPr>
          <p:cNvSpPr txBox="1"/>
          <p:nvPr/>
        </p:nvSpPr>
        <p:spPr>
          <a:xfrm>
            <a:off x="1058333" y="1447800"/>
            <a:ext cx="54328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1) </a:t>
            </a:r>
            <a:r>
              <a:rPr kumimoji="1" lang="ja-JP" altLang="en-US" dirty="0"/>
              <a:t>テーブルと</a:t>
            </a:r>
            <a:r>
              <a:rPr kumimoji="1" lang="en-US" altLang="ja-JP" dirty="0"/>
              <a:t>CSV</a:t>
            </a:r>
            <a:r>
              <a:rPr kumimoji="1" lang="ja-JP" altLang="en-US" dirty="0"/>
              <a:t>データには</a:t>
            </a:r>
            <a:r>
              <a:rPr kumimoji="1" lang="en-US" altLang="ja-JP" dirty="0"/>
              <a:t>4</a:t>
            </a:r>
            <a:r>
              <a:rPr kumimoji="1" lang="ja-JP" altLang="en-US" dirty="0"/>
              <a:t>つの種類があります</a:t>
            </a:r>
          </a:p>
          <a:p>
            <a:r>
              <a:rPr kumimoji="1" lang="en-US" altLang="ja-JP" dirty="0"/>
              <a:t>a) ACTUAL</a:t>
            </a:r>
            <a:endParaRPr kumimoji="1" lang="ja-JP" altLang="en-US" dirty="0"/>
          </a:p>
          <a:p>
            <a:r>
              <a:rPr kumimoji="1" lang="en-US" altLang="ja-JP" dirty="0"/>
              <a:t>b) PRODUCTION INFO</a:t>
            </a:r>
            <a:br>
              <a:rPr kumimoji="1" lang="en-US" altLang="ja-JP" dirty="0"/>
            </a:br>
            <a:r>
              <a:rPr kumimoji="1" lang="en-US" altLang="ja-JP" dirty="0"/>
              <a:t>c) </a:t>
            </a:r>
            <a:r>
              <a:rPr kumimoji="1" lang="en-US" altLang="ja-JP" dirty="0">
                <a:highlight>
                  <a:srgbClr val="FFFF00"/>
                </a:highlight>
              </a:rPr>
              <a:t>ERROR</a:t>
            </a:r>
            <a:r>
              <a:rPr kumimoji="1" lang="en-US" altLang="ja-JP" dirty="0"/>
              <a:t> </a:t>
            </a:r>
          </a:p>
          <a:p>
            <a:r>
              <a:rPr lang="en-US" altLang="ja-JP" dirty="0"/>
              <a:t>d) QTY</a:t>
            </a:r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98E070D-5D37-49B9-ADD3-95C6631E3621}"/>
              </a:ext>
            </a:extLst>
          </p:cNvPr>
          <p:cNvCxnSpPr/>
          <p:nvPr/>
        </p:nvCxnSpPr>
        <p:spPr>
          <a:xfrm>
            <a:off x="626533" y="3429000"/>
            <a:ext cx="10024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7270B2-9EC8-4CBD-8849-757D678FA8A8}"/>
              </a:ext>
            </a:extLst>
          </p:cNvPr>
          <p:cNvSpPr txBox="1"/>
          <p:nvPr/>
        </p:nvSpPr>
        <p:spPr>
          <a:xfrm>
            <a:off x="778933" y="3835400"/>
            <a:ext cx="92528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説明</a:t>
            </a:r>
          </a:p>
          <a:p>
            <a:r>
              <a:rPr kumimoji="1" lang="en-US" altLang="ja-JP" dirty="0"/>
              <a:t>1) [</a:t>
            </a:r>
            <a:r>
              <a:rPr kumimoji="1" lang="ja-JP" altLang="en-US" dirty="0"/>
              <a:t>ロア</a:t>
            </a:r>
            <a:r>
              <a:rPr kumimoji="1" lang="en-US" altLang="ja-JP" dirty="0"/>
              <a:t>-2(AM322,AM323)] </a:t>
            </a:r>
            <a:r>
              <a:rPr kumimoji="1" lang="ja-JP" altLang="en-US" dirty="0"/>
              <a:t>を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つのテーブル（エラー</a:t>
            </a:r>
            <a:r>
              <a:rPr kumimoji="1" lang="en-US" altLang="ja-JP" dirty="0"/>
              <a:t>CSV</a:t>
            </a:r>
            <a:r>
              <a:rPr kumimoji="1" lang="ja-JP" altLang="en-US" dirty="0"/>
              <a:t>）としてターゲットにします</a:t>
            </a:r>
          </a:p>
        </p:txBody>
      </p:sp>
    </p:spTree>
    <p:extLst>
      <p:ext uri="{BB962C8B-B14F-4D97-AF65-F5344CB8AC3E}">
        <p14:creationId xmlns:p14="http://schemas.microsoft.com/office/powerpoint/2010/main" val="411478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53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理解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理解</dc:title>
  <dc:creator>Sajjanshetty Vinayaka(サジェンシチイ　ビナ)</dc:creator>
  <cp:lastModifiedBy>Sajjanshetty Vinayaka(サジェンシチイ　ビナ)</cp:lastModifiedBy>
  <cp:revision>2</cp:revision>
  <dcterms:created xsi:type="dcterms:W3CDTF">2025-12-01T01:32:45Z</dcterms:created>
  <dcterms:modified xsi:type="dcterms:W3CDTF">2025-12-01T02:36:24Z</dcterms:modified>
</cp:coreProperties>
</file>