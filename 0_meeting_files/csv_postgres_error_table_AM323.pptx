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670DA-73B0-4748-856A-7F871043D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5BBF56-32E5-43D0-8FDE-D1CC4DA23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2D954D-FFB6-4F78-B0DF-90EFCEAF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9B0DC8-69DD-4D0B-89E9-468D65BB0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8FCB03-1D72-4618-A03E-E0C46A765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3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CAC687-CA81-4FB6-BD7B-BAF4FA5D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5EA8AB-7C36-428F-BBF9-F73A429A7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A5AA02-C0D2-48EC-AC32-E7070939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85BD28-8445-4A33-851D-131E3264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F96F79-3F67-48F9-8CC6-165D49E4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151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31A25-2D07-4021-AFB7-E06E7941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726A18-7746-4B58-9689-D9D7484BE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CBF34-3F74-4042-8939-B5863A44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11AC5-4CE5-4DA3-8E88-DBFEED929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62987A-C067-4504-90C8-8B2A2482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74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D71C0-9305-49F7-9EC1-99A25C23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ADEAAD-AF56-407C-9DCA-34E4FAE4D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2C6703-A353-440D-8BEB-78549EE43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17E178-BD84-4AEF-8395-1DD8CEF5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9B55F5-924A-4DFC-978C-2BB4D6CB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AA84B-7ED9-4C9F-B192-7790D14D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35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7CF8D-18A8-4E26-9016-6755B4B2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4FC9E0-1B24-4F7E-A04A-1A1F5FFC4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488AC27-07A2-4CF2-88B5-0E0B06C05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676D38-57F0-460D-9DAD-DC9E665BF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2CC011-F65E-4A76-8822-1A15ECE1F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51B3BD-FECE-40B6-8BB3-785ED3C5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8EF440-C403-4826-883D-812F4179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1C3B62A-636E-4D30-A3CB-E46689CC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75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E773FE-4374-4066-B77E-06ADECB0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1149DB-C298-4751-BB06-4AF182170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6BD34D-AC76-4D31-AE78-38F73935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233DF1-EB00-493F-AA32-696DE8731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8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11AB656-C7F7-4A38-B09A-A4654F47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A2776A3-1102-45CB-B4B6-934D1302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C87FB4-CA68-4699-8BEF-BCAD0450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81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32848-4FF4-439D-AEBD-176CBB26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D6D6B0-D2AA-4C3F-9B6B-02E5BCBA2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2A4A481-1A34-4997-92C3-E43B9A79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EA5B50-EBD9-4905-B6E7-EE350EC1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F0ED20-CDB5-4F74-B7F8-9612F668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2541E7-0EF6-4F31-AD93-8B8132B4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16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01ED4-8982-4639-8DC3-37C1FF55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AC33490-17D3-4FA4-B819-EC74C9FEFC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4133A1-E856-4565-8A62-71E67D70A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EFC2D6-47CE-42B6-9AE1-F042E04F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35A499-5682-4971-96B8-B724E1CB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87C37A-5549-4BA6-A8AD-FA9CF2CB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93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F6D565-43AF-4C39-9670-499730F1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D330D6-5F9B-497C-9776-E49B12A6B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7A26B0-B0E7-42A3-996E-FD50B9786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C14576-0CF3-4F38-97BC-BE1690FC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B171FC-A6AA-4275-9F96-2EBE225B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49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098314-E942-45F8-B808-035034DAD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1BBE26-9199-49E6-A587-4481F7AEC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E55C0F-4419-4450-ACFD-18CA8BE9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0B1633-7E55-4DC3-97FB-B3467657E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E13482-1F4F-456A-BE40-19183B3F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32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DC497F7-9BCC-4646-B872-90ECAB4F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E62D7F-30D1-4ACB-A71D-30112B552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12FE6-4172-45BF-A2C4-5C67221811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67BC3-2439-450B-8901-CB4FA7DF5404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CECBB8-7EF8-4F85-833F-DB3A3FDA2F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076207-02F6-4587-96C4-FA5999F84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038B9-7EF8-44A8-BE13-9592DBD4E3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31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EA9C4BB-256A-4C42-9178-8E2A471F3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80" y="1422400"/>
            <a:ext cx="2524854" cy="528785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66E9EE1-0834-41F3-86E5-3937DAAC3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891" y="1422400"/>
            <a:ext cx="2612709" cy="528785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52A35C7-7AAB-4D39-B4C0-41271A638D2E}"/>
              </a:ext>
            </a:extLst>
          </p:cNvPr>
          <p:cNvSpPr txBox="1"/>
          <p:nvPr/>
        </p:nvSpPr>
        <p:spPr>
          <a:xfrm>
            <a:off x="1227667" y="990600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CSV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4AB9C3-89A9-4845-9D2F-FBFE6C4A0BED}"/>
              </a:ext>
            </a:extLst>
          </p:cNvPr>
          <p:cNvSpPr txBox="1"/>
          <p:nvPr/>
        </p:nvSpPr>
        <p:spPr>
          <a:xfrm>
            <a:off x="4319690" y="99060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PostgresDB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1551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Sajjanshetty Vinayaka(サジェンシチイ　ビナ)</dc:creator>
  <cp:lastModifiedBy>Sajjanshetty Vinayaka(サジェンシチイ　ビナ)</cp:lastModifiedBy>
  <cp:revision>1</cp:revision>
  <dcterms:created xsi:type="dcterms:W3CDTF">2025-12-03T00:22:26Z</dcterms:created>
  <dcterms:modified xsi:type="dcterms:W3CDTF">2025-12-03T00:24:01Z</dcterms:modified>
</cp:coreProperties>
</file>