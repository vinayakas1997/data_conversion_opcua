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75EB8A-575A-490F-A4C6-7E90932BA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53F06E-1C58-42F3-AF27-4CFA483B3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71A3AB-648C-45B4-8901-31827D37D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A073-3B0F-489E-8E6A-93765726111E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9E632A-ECD8-4281-8A3A-95A4DC488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8A34DC-8BEF-4184-8AE3-59391C982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917B-9FFE-48FC-81BF-48B7211D8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5003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B5C648-9321-4E8D-BD16-90E2C3B3A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AD4362-D06B-4359-8D9E-AC17A931D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73CD77-BBC9-42D4-A391-F9FAC3BBF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A073-3B0F-489E-8E6A-93765726111E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1A5061-A50F-41FC-88DA-F625F93F2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43F19E-DE51-4A13-98B7-3B2EC6ADF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917B-9FFE-48FC-81BF-48B7211D8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473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1C698-53E6-46C5-890E-8196157ED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D9EA49-0ECC-4C33-A651-C49DE84AC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C2ED6E-695A-4992-8EC0-9B9E915A4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A073-3B0F-489E-8E6A-93765726111E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BB3E6D-629C-4A33-B7F9-08A13CC0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F5A453-A4B5-4AE0-9E5A-C03BB3D2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917B-9FFE-48FC-81BF-48B7211D8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9087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12323E-82E3-494A-B8E1-C1F3B2A3C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046C6A-F7FF-420B-9122-AED89C74E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B17C158-181A-4B6E-90EA-DC7B45255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27E1ED-3D3A-46D7-B9DE-6E07244C3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A073-3B0F-489E-8E6A-93765726111E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439161-F99B-40EC-8E47-80ABD2FA5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96849CD-B4F0-46DB-8ACB-47175387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917B-9FFE-48FC-81BF-48B7211D8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3121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149310-93F4-4EBB-82EB-25A63B0F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16B28E-5BE9-47A6-A91D-4CBD1142E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C19026D-EEBB-4883-8E8D-88F1377A2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969747B-D351-4F20-85BB-55F38526E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8213CCE-2890-48F8-A6FB-C259F4AC2E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BC17207-0D59-4C04-A431-1C183B21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A073-3B0F-489E-8E6A-93765726111E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658F9D6-1DF8-45DC-AC41-0E31B21E8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BA1275D-4C49-4325-B009-AF29DE5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917B-9FFE-48FC-81BF-48B7211D8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220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D42A10-6699-4E5E-B55D-3D9D07DD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C3B4019-6292-4345-ACC2-B0EBF2353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A073-3B0F-489E-8E6A-93765726111E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2C226E1-D92B-4E2F-A8EA-003FD1597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31CA673-EB72-437B-8DC0-CCF9C1EB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917B-9FFE-48FC-81BF-48B7211D8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94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0F464B0-81F5-4155-AE6C-A0B824B69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A073-3B0F-489E-8E6A-93765726111E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D7F1E4A-EF87-4BAB-BC3B-DF246BC5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632B30-85AC-48FD-88DD-D7D528CB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917B-9FFE-48FC-81BF-48B7211D8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571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0562D5-5471-4BEB-A9B3-ECBA91F86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A1C093-F4BF-43AD-A7BA-55F2079E9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62E9A7-527C-441D-AC21-78202F0C6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FA5A91-4997-47C9-A5D1-ED9E0634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A073-3B0F-489E-8E6A-93765726111E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13A559-AD74-4BEB-B085-0EF5FB177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CCD4C5-DEF0-44CB-9E20-81B746C15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917B-9FFE-48FC-81BF-48B7211D8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1362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4ACEEE-1DB2-4B84-934F-0C7DB0CF7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DBF39F-B479-4820-941D-BD7332BBE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92D1B9-68DF-4A69-978E-B958D8212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2100A4F-4516-4F67-9930-BEAD7587C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A073-3B0F-489E-8E6A-93765726111E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F66051D-AC96-4086-9D84-5DCB3C202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C188826-3CFA-400D-8F10-CCFAC276E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917B-9FFE-48FC-81BF-48B7211D8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341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EF9548-9F9C-48E3-AA75-DA6223075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95074AB-5CA9-436C-BA29-5E49E710D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2408DA-994F-4CBA-A780-368B2F1D0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A073-3B0F-489E-8E6A-93765726111E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720485-8E15-4C88-8255-279A6E67C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98C4C2-A82D-4DEA-AB14-9D350DC4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917B-9FFE-48FC-81BF-48B7211D8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5316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E583241-0CC9-4F93-A438-15B85FCD8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A0CA89-207D-4E29-87E3-BAD59523F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40B71C-9B5F-40BA-A061-B96E044B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A073-3B0F-489E-8E6A-93765726111E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B8CE1B-8D36-4552-8F18-09527852D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17F819-16A3-42B1-8B0E-3F2B8AACF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0917B-9FFE-48FC-81BF-48B7211D8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7480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B5AC10E-F9C5-49E3-81EF-FF4D1AFDB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8BA31B-4206-48D8-967A-1185BF485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D4725C-0AD7-4E40-AC68-9522BE7A4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3A073-3B0F-489E-8E6A-93765726111E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1EEFA1-FBF2-407C-9BBB-61B2F9D510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63D433-7687-4EB7-928B-CA17D157F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0917B-9FFE-48FC-81BF-48B7211D87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427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A25E4E-3A0E-4B13-96B6-F29AC903A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96B40EC-CC03-4F53-8543-634B3E0964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668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0D0560E-F74B-4AC5-B0F3-B27FEF278E3A}"/>
              </a:ext>
            </a:extLst>
          </p:cNvPr>
          <p:cNvSpPr txBox="1"/>
          <p:nvPr/>
        </p:nvSpPr>
        <p:spPr>
          <a:xfrm>
            <a:off x="558800" y="474133"/>
            <a:ext cx="105031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重要なポイント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endParaRPr kumimoji="1" lang="ja-JP" altLang="en-US" dirty="0">
              <a:solidFill>
                <a:srgbClr val="FF0000"/>
              </a:solidFill>
            </a:endParaRPr>
          </a:p>
          <a:p>
            <a:r>
              <a:rPr kumimoji="1" lang="en-US" altLang="ja-JP" dirty="0"/>
              <a:t>1) AM322</a:t>
            </a:r>
            <a:r>
              <a:rPr kumimoji="1" lang="ja-JP" altLang="en-US" dirty="0"/>
              <a:t>と</a:t>
            </a:r>
            <a:r>
              <a:rPr kumimoji="1" lang="en-US" altLang="ja-JP" dirty="0"/>
              <a:t>AM323</a:t>
            </a:r>
            <a:r>
              <a:rPr kumimoji="1" lang="ja-JP" altLang="en-US" dirty="0"/>
              <a:t>の両方で使用されているエラーパターンは同じで、パターン</a:t>
            </a:r>
            <a:r>
              <a:rPr kumimoji="1" lang="en-US" altLang="ja-JP" dirty="0"/>
              <a:t>_2</a:t>
            </a:r>
            <a:r>
              <a:rPr kumimoji="1" lang="ja-JP" altLang="en-US" dirty="0"/>
              <a:t>です。</a:t>
            </a:r>
          </a:p>
          <a:p>
            <a:r>
              <a:rPr kumimoji="1" lang="en-US" altLang="ja-JP" dirty="0"/>
              <a:t>2) </a:t>
            </a:r>
            <a:r>
              <a:rPr kumimoji="1" lang="ja-JP" altLang="en-US" dirty="0"/>
              <a:t>開始時刻が異なるため、最初の値（「ビット番号 </a:t>
            </a:r>
            <a:r>
              <a:rPr kumimoji="1" lang="en-US" altLang="ja-JP" dirty="0"/>
              <a:t>- 488 </a:t>
            </a:r>
            <a:r>
              <a:rPr kumimoji="1" lang="ja-JP" altLang="en-US" dirty="0"/>
              <a:t>マシン番号 </a:t>
            </a:r>
            <a:r>
              <a:rPr kumimoji="1" lang="en-US" altLang="ja-JP" dirty="0"/>
              <a:t>AM323</a:t>
            </a:r>
            <a:r>
              <a:rPr kumimoji="1" lang="ja-JP" altLang="en-US" dirty="0"/>
              <a:t>」）は考慮しません。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97CEAE9-484C-4ED0-AC54-4C8024D8C69B}"/>
              </a:ext>
            </a:extLst>
          </p:cNvPr>
          <p:cNvSpPr txBox="1"/>
          <p:nvPr/>
        </p:nvSpPr>
        <p:spPr>
          <a:xfrm>
            <a:off x="821266" y="5393266"/>
            <a:ext cx="75648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観察：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endParaRPr kumimoji="1" lang="ja-JP" altLang="en-US" dirty="0">
              <a:solidFill>
                <a:srgbClr val="FF0000"/>
              </a:solidFill>
            </a:endParaRPr>
          </a:p>
          <a:p>
            <a:r>
              <a:rPr kumimoji="1" lang="en-US" altLang="ja-JP" dirty="0"/>
              <a:t>3</a:t>
            </a:r>
            <a:r>
              <a:rPr kumimoji="1" lang="ja-JP" altLang="en-US" dirty="0"/>
              <a:t>）「</a:t>
            </a:r>
            <a:r>
              <a:rPr kumimoji="1" lang="en-US" altLang="ja-JP" dirty="0">
                <a:solidFill>
                  <a:srgbClr val="FF0000"/>
                </a:solidFill>
              </a:rPr>
              <a:t>NG</a:t>
            </a:r>
            <a:r>
              <a:rPr kumimoji="1" lang="ja-JP" altLang="en-US" dirty="0">
                <a:solidFill>
                  <a:srgbClr val="FF0000"/>
                </a:solidFill>
              </a:rPr>
              <a:t>排出</a:t>
            </a:r>
            <a:r>
              <a:rPr kumimoji="1" lang="ja-JP" altLang="en-US" dirty="0"/>
              <a:t>」の行は</a:t>
            </a:r>
            <a:r>
              <a:rPr kumimoji="1" lang="en-US" altLang="ja-JP" dirty="0"/>
              <a:t>PLC</a:t>
            </a:r>
            <a:r>
              <a:rPr kumimoji="1" lang="ja-JP" altLang="en-US" dirty="0"/>
              <a:t>「シーケンサー」からのものではありません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5AA6E7E-61A6-447E-83E9-528B9AD2E393}"/>
              </a:ext>
            </a:extLst>
          </p:cNvPr>
          <p:cNvSpPr txBox="1"/>
          <p:nvPr/>
        </p:nvSpPr>
        <p:spPr>
          <a:xfrm>
            <a:off x="1667933" y="1825704"/>
            <a:ext cx="634019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'pattern_2': {</a:t>
            </a:r>
          </a:p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        '</a:t>
            </a:r>
            <a:r>
              <a:rPr lang="ja-JP" altLang="en-US" sz="1100" b="0" dirty="0">
                <a:effectLst/>
                <a:latin typeface="Consolas" panose="020B0609020204030204" pitchFamily="49" charset="0"/>
              </a:rPr>
              <a:t>起動時異常</a:t>
            </a:r>
            <a:r>
              <a:rPr lang="en-US" altLang="ja-JP" sz="1100" b="0" dirty="0">
                <a:effectLst/>
                <a:latin typeface="Consolas" panose="020B0609020204030204" pitchFamily="49" charset="0"/>
              </a:rPr>
              <a:t>': {</a:t>
            </a:r>
          </a:p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            'code':'1',</a:t>
            </a:r>
          </a:p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            '</a:t>
            </a:r>
            <a:r>
              <a:rPr lang="en-US" altLang="ja-JP" sz="1100" b="0" dirty="0" err="1">
                <a:effectLst/>
                <a:latin typeface="Consolas" panose="020B0609020204030204" pitchFamily="49" charset="0"/>
              </a:rPr>
              <a:t>register_start</a:t>
            </a:r>
            <a:r>
              <a:rPr lang="en-US" altLang="ja-JP" sz="1100" b="0" dirty="0">
                <a:effectLst/>
                <a:latin typeface="Consolas" panose="020B0609020204030204" pitchFamily="49" charset="0"/>
              </a:rPr>
              <a:t>': 550,</a:t>
            </a:r>
          </a:p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            '</a:t>
            </a:r>
            <a:r>
              <a:rPr lang="en-US" altLang="ja-JP" sz="1100" b="0" dirty="0" err="1">
                <a:effectLst/>
                <a:latin typeface="Consolas" panose="020B0609020204030204" pitchFamily="49" charset="0"/>
              </a:rPr>
              <a:t>register_end</a:t>
            </a:r>
            <a:r>
              <a:rPr lang="en-US" altLang="ja-JP" sz="1100" b="0" dirty="0">
                <a:effectLst/>
                <a:latin typeface="Consolas" panose="020B0609020204030204" pitchFamily="49" charset="0"/>
              </a:rPr>
              <a:t>': 569,</a:t>
            </a:r>
          </a:p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            '</a:t>
            </a:r>
            <a:r>
              <a:rPr lang="en-US" altLang="ja-JP" sz="1100" b="0" dirty="0" err="1">
                <a:effectLst/>
                <a:latin typeface="Consolas" panose="020B0609020204030204" pitchFamily="49" charset="0"/>
              </a:rPr>
              <a:t>bit_number_start</a:t>
            </a:r>
            <a:r>
              <a:rPr lang="en-US" altLang="ja-JP" sz="1100" b="0" dirty="0">
                <a:effectLst/>
                <a:latin typeface="Consolas" panose="020B0609020204030204" pitchFamily="49" charset="0"/>
              </a:rPr>
              <a:t>': 0,</a:t>
            </a:r>
          </a:p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            '</a:t>
            </a:r>
            <a:r>
              <a:rPr lang="en-US" altLang="ja-JP" sz="1100" b="0" dirty="0" err="1">
                <a:effectLst/>
                <a:latin typeface="Consolas" panose="020B0609020204030204" pitchFamily="49" charset="0"/>
              </a:rPr>
              <a:t>bits_per_register</a:t>
            </a:r>
            <a:r>
              <a:rPr lang="en-US" altLang="ja-JP" sz="1100" b="0" dirty="0">
                <a:effectLst/>
                <a:latin typeface="Consolas" panose="020B0609020204030204" pitchFamily="49" charset="0"/>
              </a:rPr>
              <a:t>': 16,</a:t>
            </a:r>
          </a:p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            'description': 'Pattern 1 Type 1 registers with bit mapping 0-319'</a:t>
            </a:r>
          </a:p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        },</a:t>
            </a:r>
          </a:p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        '</a:t>
            </a:r>
            <a:r>
              <a:rPr lang="ja-JP" altLang="en-US" sz="1100" b="0" dirty="0">
                <a:effectLst/>
                <a:latin typeface="Consolas" panose="020B0609020204030204" pitchFamily="49" charset="0"/>
              </a:rPr>
              <a:t>運転中異常</a:t>
            </a:r>
            <a:r>
              <a:rPr lang="en-US" altLang="ja-JP" sz="1100" b="0" dirty="0">
                <a:effectLst/>
                <a:latin typeface="Consolas" panose="020B0609020204030204" pitchFamily="49" charset="0"/>
              </a:rPr>
              <a:t>': {</a:t>
            </a:r>
          </a:p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            'code':'2',</a:t>
            </a:r>
          </a:p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            '</a:t>
            </a:r>
            <a:r>
              <a:rPr lang="en-US" altLang="ja-JP" sz="1100" b="0" dirty="0" err="1">
                <a:effectLst/>
                <a:latin typeface="Consolas" panose="020B0609020204030204" pitchFamily="49" charset="0"/>
              </a:rPr>
              <a:t>register_start</a:t>
            </a:r>
            <a:r>
              <a:rPr lang="en-US" altLang="ja-JP" sz="1100" b="0" dirty="0">
                <a:effectLst/>
                <a:latin typeface="Consolas" panose="020B0609020204030204" pitchFamily="49" charset="0"/>
              </a:rPr>
              <a:t>': 570,</a:t>
            </a:r>
          </a:p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            '</a:t>
            </a:r>
            <a:r>
              <a:rPr lang="en-US" altLang="ja-JP" sz="1100" b="0" dirty="0" err="1">
                <a:effectLst/>
                <a:latin typeface="Consolas" panose="020B0609020204030204" pitchFamily="49" charset="0"/>
              </a:rPr>
              <a:t>register_end</a:t>
            </a:r>
            <a:r>
              <a:rPr lang="en-US" altLang="ja-JP" sz="1100" b="0" dirty="0">
                <a:effectLst/>
                <a:latin typeface="Consolas" panose="020B0609020204030204" pitchFamily="49" charset="0"/>
              </a:rPr>
              <a:t>': 589,</a:t>
            </a:r>
          </a:p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            '</a:t>
            </a:r>
            <a:r>
              <a:rPr lang="en-US" altLang="ja-JP" sz="1100" b="0" dirty="0" err="1">
                <a:effectLst/>
                <a:latin typeface="Consolas" panose="020B0609020204030204" pitchFamily="49" charset="0"/>
              </a:rPr>
              <a:t>bit_number_start</a:t>
            </a:r>
            <a:r>
              <a:rPr lang="en-US" altLang="ja-JP" sz="1100" b="0" dirty="0">
                <a:effectLst/>
                <a:latin typeface="Consolas" panose="020B0609020204030204" pitchFamily="49" charset="0"/>
              </a:rPr>
              <a:t>': 320,</a:t>
            </a:r>
          </a:p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            '</a:t>
            </a:r>
            <a:r>
              <a:rPr lang="en-US" altLang="ja-JP" sz="1100" b="0" dirty="0" err="1">
                <a:effectLst/>
                <a:latin typeface="Consolas" panose="020B0609020204030204" pitchFamily="49" charset="0"/>
              </a:rPr>
              <a:t>bits_per_register</a:t>
            </a:r>
            <a:r>
              <a:rPr lang="en-US" altLang="ja-JP" sz="1100" b="0" dirty="0">
                <a:effectLst/>
                <a:latin typeface="Consolas" panose="020B0609020204030204" pitchFamily="49" charset="0"/>
              </a:rPr>
              <a:t>': 16,</a:t>
            </a:r>
          </a:p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            'description': 'Pattern 1 Type 2 registers with bit mapping 320-639'</a:t>
            </a:r>
          </a:p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ja-JP" sz="1100" b="0" dirty="0">
                <a:effectLst/>
                <a:latin typeface="Consolas" panose="020B0609020204030204" pitchFamily="49" charset="0"/>
              </a:rPr>
              <a:t>    },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9915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358</Words>
  <Application>Microsoft Office PowerPoint</Application>
  <PresentationFormat>ワイド画面</PresentationFormat>
  <Paragraphs>25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游ゴシック Light</vt:lpstr>
      <vt:lpstr>Arial</vt:lpstr>
      <vt:lpstr>Consolas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Sajjanshetty Vinayaka(サジェンシチイ　ビナ)</dc:creator>
  <cp:lastModifiedBy>Sajjanshetty Vinayaka(サジェンシチイ　ビナ)</cp:lastModifiedBy>
  <cp:revision>2</cp:revision>
  <dcterms:created xsi:type="dcterms:W3CDTF">2025-12-02T01:02:53Z</dcterms:created>
  <dcterms:modified xsi:type="dcterms:W3CDTF">2025-12-02T04:24:01Z</dcterms:modified>
</cp:coreProperties>
</file>